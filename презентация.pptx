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8d886de2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8d886de2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8d886de2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8d886de2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d886de2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d886de2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8d886de2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8d886de2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8d886de2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8d886de2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d886de2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8d886de2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"/>
              <a:t> The Empress of Pentacles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By:                                                           Шаллер Марк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                                                  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                                      Новиков Михаил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Концепция и идея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Уникальный игровой концепт</a:t>
            </a:r>
            <a:endParaRPr b="1" sz="13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Гибридный геймплей:</a:t>
            </a:r>
            <a:endParaRPr b="1"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Физический симулятор материалов (песок, вода, огонь, лава)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Roguelike с элементами выживания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Алхимическая система заклинаний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Тактические бои с физикой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Ключевая фишка:</a:t>
            </a:r>
            <a:b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Каждый пиксель мира — это динамическое вещество со своими физическими свойствами, которое взаимодействует с магией игрока.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525" y="225600"/>
            <a:ext cx="3475099" cy="266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Технологический стек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65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Архитектура и инструменты</a:t>
            </a:r>
            <a:endParaRPr b="1" sz="13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Основные технологии:</a:t>
            </a:r>
            <a:endParaRPr b="1"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Python 3.13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 — основной язык разработки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Arcade Framework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 — игровой движок для 2D графики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JSON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 — хранение конфигураций и данных заклинаний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Архитектурные особенности:</a:t>
            </a:r>
            <a:endParaRPr b="1"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Модульная структура (core/, components/)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Entity-Component-System подход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Пространственное хеширование для оптимизации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Фабричный метод для создания заклинаний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250" y="1330613"/>
            <a:ext cx="19431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Физическая система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Динамический мир материалов</a:t>
            </a:r>
            <a:endParaRPr b="1" sz="13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Классы веществ:</a:t>
            </a:r>
            <a:endParaRPr b="1"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Твердые: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 камень, дерево, железо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Жидкости: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 вода, бензин, лава, кислота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Газы: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 дым, пар, огонь, плазма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Сыпучие:</a:t>
            </a: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 песок, порох, снег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Физика взаимодействий:</a:t>
            </a:r>
            <a:endParaRPr b="1"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Реалистичные переходы состояний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Химические реакции (огонь + вода = пар)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Температурные эффекты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Процедурная генерация мира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-5026" l="-21955" r="4859" t="-14949"/>
          <a:stretch/>
        </p:blipFill>
        <p:spPr>
          <a:xfrm>
            <a:off x="3898375" y="1046775"/>
            <a:ext cx="4548425" cy="28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Магическая система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Алхимия и заклинания</a:t>
            </a:r>
            <a:endParaRPr b="1" sz="13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Алхимический круг:</a:t>
            </a:r>
            <a:endParaRPr b="1"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4 элемента: огонь, вода, земля, воздух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Настраиваемые привязки клавиш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Визуальный интерфейс редактирования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Система кастования:</a:t>
            </a:r>
            <a:endParaRPr b="1"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Комбинации стрелок для создания заклинаний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3 уровня сложности заклинаний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Quickbar на 4 слота с прогресс-барами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Уникальные траектории снарядов</a:t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975" y="150450"/>
            <a:ext cx="163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Цель игры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300">
                <a:solidFill>
                  <a:srgbClr val="F9FAFB"/>
                </a:solidFill>
                <a:latin typeface="Roboto"/>
                <a:ea typeface="Roboto"/>
                <a:cs typeface="Roboto"/>
                <a:sym typeface="Roboto"/>
              </a:rPr>
              <a:t>Цель игры - уничтожить всех врагов на уровне, используя физические взаимодействия и мощные заклинания.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925" y="1665785"/>
            <a:ext cx="4509250" cy="320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